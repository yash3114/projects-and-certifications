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7F4F-EA2C-494E-76E3-75AB57ACC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C7611-CE77-3ECE-B052-80306A088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E192A-B892-DF73-1D9F-4FCF528A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F6B3E-D6E5-F8A7-162D-93308BBE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076E-2382-E31A-1A24-5E5DD4AD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54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CDE5-61C9-FACA-D5EE-B28DFCD7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DAED-DE2F-1541-6E85-FAE12273A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5C289-C21F-6122-A559-FE315A60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C9EB-2844-54E7-0DC9-9AF3B6D6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8CCF0-934E-27F5-AB8F-1271D32E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027C-D8DC-60DD-57C9-8645A9E7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609D9-5786-EF05-C1E7-A1CA50595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C49D6-20C4-09A7-FD0E-A74FB216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6E8C3-48B4-17A4-395F-247AB1F4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8640-DC2F-5967-52E0-A2974C8A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1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D913-2066-6261-D5B3-EB5D83B7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0828-6764-8C31-D5F1-D50488A2E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4C280-FCDB-29F1-B9AB-090004036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75795-CD62-97CE-F649-C7F6111C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CF7EC-9A9E-A4B0-247C-F6D52A1B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413A8-7523-301C-EFE0-3489D5C3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8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2E2E-6F8C-AFEB-89E1-6C608485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CB42E-11F6-C8E3-DA71-AE36D0B68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DD62A-DCE2-3951-0E94-2454FFCB5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5E09C-2C63-F80A-9E55-8B023C4CA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54263-E7DB-B693-2E49-75747630E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8A3F1-B7E6-0792-C98F-AFD86DF3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CEE53-E6F5-544F-1087-16115537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61EE3-4CC2-3936-1F8D-355CF448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06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8CEB-08C7-689A-F47C-3FF9E5B0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C7C2D-A386-9178-5413-BE7D6F08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8E6A6-EA8E-A8D4-C7ED-CE9C65A4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A66BC-DEB4-C568-6AC6-949AA7BD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0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42EFB-E3DB-558B-5FCE-18F5BB9F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A9555-C222-AF38-4F67-E5DD808E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C4CC2-6696-2D94-648D-1E67AF0B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2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2A0E-2C64-7510-2C4C-CB116A44D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15A4-A441-F5BD-0364-9070AA5AD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3C480-989F-63EC-584B-00A859E38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EE0D-B20D-E6D9-6C73-36DE7FF2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8214D-A349-43B4-94E8-21327B2E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F939C-0944-EBB2-5EA6-FE2A9BBE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0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07ED-A830-CCD5-F428-F3A0D691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FD9C5-7C39-874A-BA15-6F0DF7D06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DADE6-003E-8A10-8A54-A3AB4E545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0E5A7-A1A5-7F96-46AE-CCD35E45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9752F-FED2-30DE-E5E8-19C86BEF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FC200-BD61-2AA4-ED29-A83DA068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54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422A-E043-538C-28A2-28DBF3A6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70EC4-7D36-0BCF-7EDE-BEB584DB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84FD-FFEC-A7B9-EB85-FE85DFBF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CA826-91BA-8B61-B7E5-EFF114F7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F2D7B-E9C4-DF5F-E0C7-97FDE758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C0DC5-AECB-A7F6-9B91-208B3A7DB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811B7-BC47-8BB3-D669-435919639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D5B6-05D8-BDAB-DE73-1F7DD013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2634C-42AB-6A22-38DA-02461D63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0E5D8-267D-2314-1795-E0B1D8BC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2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39A3F-817E-9F42-0C1A-209F48A9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D0D8-A4C6-4AB0-AE2D-3205D34E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87B8-1985-F94C-D234-F287D5EA5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256C2-72D3-4DB8-AFAE-4179A514D03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3A74B-E941-DCC9-1B02-EE34EA7AE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49FA5-A31D-4C37-96DA-55ECA4EFA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41A0F-EFB4-4489-BAF4-29AA9BFE9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1F8A3-4864-243A-7884-81D9F6D91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2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F50F5-B470-3FF8-13B6-BCD933A4F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3E31E-A9FE-3F11-DFC8-749D73522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96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30FEB-CC8F-8CAC-E43F-826B89260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5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</dc:creator>
  <cp:lastModifiedBy>Yash</cp:lastModifiedBy>
  <cp:revision>1</cp:revision>
  <dcterms:created xsi:type="dcterms:W3CDTF">2025-12-15T08:02:09Z</dcterms:created>
  <dcterms:modified xsi:type="dcterms:W3CDTF">2025-12-15T08:08:29Z</dcterms:modified>
</cp:coreProperties>
</file>